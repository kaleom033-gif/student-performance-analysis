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188720"/>
            <a:ext cx="4114800" cy="4114800"/>
          </a:xfrm>
          <a:prstGeom prst="ellipse">
            <a:avLst/>
          </a:prstGeom>
          <a:solidFill>
            <a:srgbClr val="25219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448BFB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academic performance through study habits, attendance and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scores — built with Python, Power BI and GitHub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62356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11096" y="562356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562356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9232" y="5623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5623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9704" y="562356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562356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79008" y="56235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56235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Data into Actionable Insight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generate large volumes of student data that is difficult to interpret directly. This project organizes and analyzes academic and demographic factors — study hours, attendance, gender, city and subject scores — to uncover patterns and support better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617720"/>
            <a:ext cx="5577840" cy="1600200"/>
          </a:xfrm>
          <a:prstGeom prst="roundRect">
            <a:avLst>
              <a:gd name="adj" fmla="val 4571"/>
            </a:avLst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120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5669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5120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5669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Analyzed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43400" y="5120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43400" y="5669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523744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3957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study hours vs. academic scores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3099816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9718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effect of attendance on performance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67588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5478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Math, Science and English scores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4251960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1239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Pass vs. Fail student outcomes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4828032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7000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and outliers in the data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5404104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5276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GitHub: Setup and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25219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316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25219B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25219B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0" y="22860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041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2860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Student-Performance-Analysis   |   Initial Commit: 77b7ce5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 HISTORY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6052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8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dcdafc5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416052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project README documentation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782312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14141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7823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8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5226fe9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78231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student performance data analysis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2920" y="5404104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14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40410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8B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173f79b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540410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EDA findings and analysis documentation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commands: git clone · git pull origin main · git add . · git commit -m "message" · git push origin main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Selection &amp; Preparation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student_performance.csv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4612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Student_ID, Student_Name, Gender, City, Study_Hours, Attendance, Math_Score, Science_Score, English_Score, Result, Average_Score (calculated)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1874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331720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dataset shape, column names &amp; data types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5877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3044952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zero missing values across all columns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33009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758184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3712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 duplicate records with duplicated()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0142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4471416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44256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numeric columns to proper data types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72744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5184648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5138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Average_Score from three subject scores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5440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219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std. deviation, quartiles and range calculated for study hours, attendance and subject scores.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1874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219B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across Study_Hours, Attendance, and all subject &amp; average scores.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219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325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Trend Analysis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average scores by result, study hours and attendance to find behavioral trends.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406908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41414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219B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43251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 (IQR)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172200" y="4937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 method applied to detect unusual values across all numeric fields.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Matplotlib visualizations were created to make patterns easy to interpret.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Average 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Math, Science &amp; English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81528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358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by Result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337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vs. Fail academic comparison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78561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vs. Average 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87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study effort and outcome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581144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53542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vs. Average Score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83717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attendance and outcome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330952"/>
            <a:ext cx="457200" cy="457200"/>
          </a:xfrm>
          <a:prstGeom prst="ellipse">
            <a:avLst/>
          </a:prstGeom>
          <a:solidFill>
            <a:srgbClr val="25219B"/>
          </a:solidFill>
          <a:ln w="12700">
            <a:solidFill>
              <a:srgbClr val="448B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2852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Students by Result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558698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Pass/Fail counts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"Student Performance Analytics" dashboard with KPI cards, charts, slicer and detail table.</a:t>
            </a:r>
            <a:endParaRPr lang="en-US" sz="1250" dirty="0"/>
          </a:p>
        </p:txBody>
      </p:sp>
      <p:pic>
        <p:nvPicPr>
          <p:cNvPr id="6" name="Image 0" descr="/home/claude/spa_ppt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508760"/>
            <a:ext cx="8778240" cy="48849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70.80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9202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9202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41414"/>
          </a:solidFill>
          <a:ln w="9525">
            <a:solidFill>
              <a:srgbClr val="448B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0574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72668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INCLUDED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2702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422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by Study Hours (line chart)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7274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99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vs. Pass 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1846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566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Result (column chart)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42702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1422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City — Amravati, Nashik, Mumbai, Nagpur, Pune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47274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4599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by Gender (pie chart)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5184648"/>
            <a:ext cx="100584" cy="100584"/>
          </a:xfrm>
          <a:prstGeom prst="ellipse">
            <a:avLst/>
          </a:prstGeom>
          <a:solidFill>
            <a:srgbClr val="448BFB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50566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Details table + Gender filter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9476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Drive Performance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time is generally linked to better average scores.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03720" y="19476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Matters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attendance correlates with stronger, more consistent results.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Gaps Exist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Science &amp; English averages differ — highlighting areas needing support.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401568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5661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Visibility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40233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makes it easy to spot students needing additional attention.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020056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84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51846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Varies by City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5641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counts and outcomes differ across Mumbai, Pune, Nagpur, Nashik &amp; Amravati.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5020056"/>
            <a:ext cx="5349240" cy="1389888"/>
          </a:xfrm>
          <a:prstGeom prst="roundRect">
            <a:avLst>
              <a:gd name="adj" fmla="val 5263"/>
            </a:avLst>
          </a:prstGeom>
          <a:solidFill>
            <a:srgbClr val="14141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184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518464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Gender Distribution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09360" y="564184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split roughly evenly between male and female students.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C1C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Regular Study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consistent study schedules; provide study plans and practice activities to students with lower study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48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55080" y="2697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Attendance &amp; Support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low attendance and offer extra classes, revision sessions and subject-specific support to at-risk students.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93776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25219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48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Power BI and GitHub together turned raw student records into clear, actionable insight — helping institutions identify students who need support and improve overall academic outcomes.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2026-09-11T09:02:17Z</dcterms:created>
  <dcterms:modified xsi:type="dcterms:W3CDTF">2026-09-11T09:02:17Z</dcterms:modified>
</cp:coreProperties>
</file>